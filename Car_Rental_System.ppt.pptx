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84" r:id="rId5"/>
    <p:sldId id="287" r:id="rId6"/>
    <p:sldId id="285" r:id="rId7"/>
    <p:sldId id="261" r:id="rId8"/>
    <p:sldId id="288" r:id="rId9"/>
    <p:sldId id="262" r:id="rId10"/>
    <p:sldId id="290" r:id="rId11"/>
    <p:sldId id="292" r:id="rId12"/>
    <p:sldId id="291" r:id="rId13"/>
    <p:sldId id="289" r:id="rId14"/>
    <p:sldId id="296" r:id="rId15"/>
    <p:sldId id="297" r:id="rId16"/>
    <p:sldId id="298" r:id="rId17"/>
    <p:sldId id="299" r:id="rId18"/>
    <p:sldId id="301" r:id="rId19"/>
    <p:sldId id="302" r:id="rId20"/>
    <p:sldId id="294" r:id="rId21"/>
    <p:sldId id="29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46A"/>
    <a:srgbClr val="97EFD3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99" autoAdjust="0"/>
  </p:normalViewPr>
  <p:slideViewPr>
    <p:cSldViewPr snapToGrid="0" snapToObjects="1" showGuides="1">
      <p:cViewPr varScale="1">
        <p:scale>
          <a:sx n="78" d="100"/>
          <a:sy n="78" d="100"/>
        </p:scale>
        <p:origin x="878" y="67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u="sng" dirty="0"/>
              <a:t>Car Rental System</a:t>
            </a:r>
            <a:endParaRPr lang="en-US" b="1" u="sng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VIVEK DUBEY</a:t>
            </a:r>
          </a:p>
          <a:p>
            <a:r>
              <a:rPr lang="en-US" dirty="0"/>
              <a:t>PRIYANSHU SINGH</a:t>
            </a:r>
          </a:p>
          <a:p>
            <a:r>
              <a:rPr lang="en-US" dirty="0"/>
              <a:t>YUVRAJ SINGH</a:t>
            </a:r>
          </a:p>
          <a:p>
            <a:r>
              <a:rPr lang="en-US" dirty="0"/>
              <a:t>KARTIKEY VARSHNEY</a:t>
            </a:r>
          </a:p>
        </p:txBody>
      </p:sp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A19A6DDD-C216-2AAD-4F19-4A7B5929202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2587" r="32587"/>
          <a:stretch/>
        </p:blipFill>
        <p:spPr>
          <a:xfrm>
            <a:off x="7246779" y="812292"/>
            <a:ext cx="3834628" cy="4928616"/>
          </a:xfrm>
        </p:spPr>
      </p:pic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5BC0F7-9BAB-2ADE-CF39-13047262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Introduction</a:t>
            </a:r>
            <a:br>
              <a:rPr lang="en-US" dirty="0">
                <a:sym typeface="DM Sans Medium"/>
              </a:rPr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72EA7-7448-EA7A-DE1C-33CD1331C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27960"/>
            <a:ext cx="6949440" cy="2941320"/>
          </a:xfrm>
        </p:spPr>
        <p:txBody>
          <a:bodyPr/>
          <a:lstStyle/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RoyalRide</a:t>
            </a:r>
            <a:r>
              <a:rPr lang="en-US" altLang="en-US" dirty="0">
                <a:latin typeface="Arial" panose="020B0604020202020204" pitchFamily="34" charset="0"/>
              </a:rPr>
              <a:t> is a modern </a:t>
            </a:r>
            <a:r>
              <a:rPr lang="en-US" altLang="en-US" b="1" dirty="0">
                <a:latin typeface="Arial" panose="020B0604020202020204" pitchFamily="34" charset="0"/>
              </a:rPr>
              <a:t>online car rental platform</a:t>
            </a:r>
            <a:r>
              <a:rPr lang="en-US" altLang="en-US" dirty="0">
                <a:latin typeface="Arial" panose="020B0604020202020204" pitchFamily="34" charset="0"/>
              </a:rPr>
              <a:t> designed for convenience and reliability.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Allows users to </a:t>
            </a:r>
            <a:r>
              <a:rPr lang="en-US" altLang="en-US" b="1" dirty="0">
                <a:latin typeface="Arial" panose="020B0604020202020204" pitchFamily="34" charset="0"/>
              </a:rPr>
              <a:t>book verified cars safely and quickly</a:t>
            </a:r>
            <a:r>
              <a:rPr lang="en-US" altLang="en-US" dirty="0">
                <a:latin typeface="Arial" panose="020B0604020202020204" pitchFamily="34" charset="0"/>
              </a:rPr>
              <a:t> from anywhere.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Provides a </a:t>
            </a:r>
            <a:r>
              <a:rPr lang="en-US" altLang="en-US" b="1" dirty="0">
                <a:latin typeface="Arial" panose="020B0604020202020204" pitchFamily="34" charset="0"/>
              </a:rPr>
              <a:t>seamless rental experience</a:t>
            </a:r>
            <a:r>
              <a:rPr lang="en-US" altLang="en-US" dirty="0">
                <a:latin typeface="Arial" panose="020B0604020202020204" pitchFamily="34" charset="0"/>
              </a:rPr>
              <a:t> with secure payments and easy navigation.</a:t>
            </a:r>
          </a:p>
          <a:p>
            <a:pPr marL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Aims to </a:t>
            </a:r>
            <a:r>
              <a:rPr lang="en-US" altLang="en-US" b="1" dirty="0">
                <a:latin typeface="Arial" panose="020B0604020202020204" pitchFamily="34" charset="0"/>
              </a:rPr>
              <a:t>replace traditional rental hassles</a:t>
            </a:r>
            <a:r>
              <a:rPr lang="en-US" altLang="en-US" dirty="0">
                <a:latin typeface="Arial" panose="020B0604020202020204" pitchFamily="34" charset="0"/>
              </a:rPr>
              <a:t> with a digital, user-friendly solution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25C49-A1AB-D377-2071-D29B1E66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5E3D282B-B397-0E5B-36EA-F8FAABA45D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7286" r="372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8000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8D10-52FC-614F-89A5-4F793BEFE8E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054840" cy="6537959"/>
          </a:xfrm>
        </p:spPr>
        <p:txBody>
          <a:bodyPr/>
          <a:lstStyle/>
          <a:p>
            <a:r>
              <a:rPr lang="en-US" b="1" u="sng" dirty="0"/>
              <a:t>What is Car Rental System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A platform that allows users to rent cars for a specific period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.Provides verified vehicles with secure booking option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.Reduces dependency on traditional rental methods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6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35DEC17-7793-A28F-6420-878EDB94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Objective / Aim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5AE64-060D-5DA2-F1C8-F32CD829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4037D-4CE3-17DC-7A2A-64E8120A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47F9DE-790E-73FB-5997-D2866752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D874157-8FA0-3FA8-6C1E-F0AA5F4F48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632" y="3105942"/>
            <a:ext cx="1032526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Simplify car rental process for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 online booking and secure payments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verified cars and seamless admin management</a:t>
            </a:r>
          </a:p>
        </p:txBody>
      </p:sp>
    </p:spTree>
    <p:extLst>
      <p:ext uri="{BB962C8B-B14F-4D97-AF65-F5344CB8AC3E}">
        <p14:creationId xmlns:p14="http://schemas.microsoft.com/office/powerpoint/2010/main" val="2831084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7AC1F3-FBD2-24FF-608E-1D301D27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C00235-80DB-8E65-4FFA-23DF4C0DE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0E4D9-A114-4773-6B3B-37FA10EAB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16E8D-F725-5549-D79B-2197F3311E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137159" y="0"/>
            <a:ext cx="12329160" cy="6400903"/>
          </a:xfrm>
        </p:spPr>
        <p:txBody>
          <a:bodyPr/>
          <a:lstStyle/>
          <a:p>
            <a:r>
              <a:rPr lang="en-IN" b="1" u="sng" dirty="0"/>
              <a:t>System Architecture / Flow</a:t>
            </a:r>
            <a:br>
              <a:rPr lang="en-IN" dirty="0"/>
            </a:br>
            <a:br>
              <a:rPr lang="en-IN" dirty="0"/>
            </a:br>
            <a:r>
              <a:rPr lang="en-US" altLang="en-US" sz="2400" b="1" dirty="0">
                <a:latin typeface="Arial" panose="020B0604020202020204" pitchFamily="34" charset="0"/>
              </a:rPr>
              <a:t>Flow:</a:t>
            </a:r>
            <a:r>
              <a:rPr lang="en-US" altLang="en-US" sz="2400" dirty="0">
                <a:latin typeface="Arial" panose="020B0604020202020204" pitchFamily="34" charset="0"/>
              </a:rPr>
              <a:t> Frontend → Backend → Database</a:t>
            </a:r>
            <a:br>
              <a:rPr lang="en-US" altLang="en-US" sz="2400" dirty="0">
                <a:latin typeface="Arial" panose="020B0604020202020204" pitchFamily="34" charset="0"/>
              </a:rPr>
            </a:br>
            <a:br>
              <a:rPr lang="en-US" altLang="en-US" sz="2400" dirty="0">
                <a:latin typeface="Arial" panose="020B0604020202020204" pitchFamily="34" charset="0"/>
              </a:rPr>
            </a:br>
            <a:br>
              <a:rPr lang="en-US" altLang="en-US" sz="2400" dirty="0">
                <a:latin typeface="Arial" panose="020B0604020202020204" pitchFamily="34" charset="0"/>
              </a:rPr>
            </a:br>
            <a:r>
              <a:rPr lang="en-IN" sz="2800" dirty="0"/>
              <a:t>Users interact via frontend → Backend handles requests → MongoDB stores data</a:t>
            </a:r>
            <a:endParaRPr lang="en-US" sz="2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02FC-1940-72AB-8671-0839E2CF024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809625"/>
            <a:ext cx="1800225" cy="2062163"/>
          </a:xfrm>
        </p:spPr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B13DEF-ED86-6E5A-5AD2-C9B364E4A29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4333875"/>
            <a:ext cx="2339975" cy="585788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6FC47-3017-DA16-F8BF-CBFF553CB9F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391775" y="3957638"/>
            <a:ext cx="1800225" cy="2062162"/>
          </a:xfrm>
        </p:spPr>
        <p:txBody>
          <a:bodyPr/>
          <a:lstStyle/>
          <a:p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3288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8C7540E-B0E4-8988-0AC7-7E0E7DD8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Tech Stack Used</a:t>
            </a:r>
            <a:endParaRPr lang="en-US" b="1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F3D20-2309-63AE-98EC-B0B39012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9E0B8-E907-B063-5006-1AC4BB8FC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9A2F75-9D02-3ED8-071B-99FC210DE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163527-6F08-F829-DE50-5569788D0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3162541"/>
          </a:xfrm>
        </p:spPr>
        <p:txBody>
          <a:bodyPr/>
          <a:lstStyle/>
          <a:p>
            <a:r>
              <a:rPr lang="en-IN" sz="4000" b="1" dirty="0"/>
              <a:t>Frontend:</a:t>
            </a:r>
            <a:r>
              <a:rPr lang="en-IN" sz="4000" dirty="0"/>
              <a:t> HTML, CSS, JavaScript</a:t>
            </a:r>
          </a:p>
          <a:p>
            <a:br>
              <a:rPr lang="en-IN" sz="4000" dirty="0"/>
            </a:br>
            <a:r>
              <a:rPr lang="en-IN" sz="4000" b="1" dirty="0"/>
              <a:t>Backend:</a:t>
            </a:r>
            <a:r>
              <a:rPr lang="en-IN" sz="4000" dirty="0"/>
              <a:t> Node.js, Express</a:t>
            </a:r>
          </a:p>
          <a:p>
            <a:br>
              <a:rPr lang="en-IN" sz="4000" dirty="0"/>
            </a:br>
            <a:r>
              <a:rPr lang="en-IN" sz="4000" b="1" dirty="0"/>
              <a:t>Database:</a:t>
            </a:r>
            <a:r>
              <a:rPr lang="en-IN" sz="4000" dirty="0"/>
              <a:t> MongoDB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102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27FB49D-70BC-8BD7-DD62-C2868B0C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5753"/>
            <a:ext cx="12192000" cy="5888841"/>
          </a:xfrm>
        </p:spPr>
        <p:txBody>
          <a:bodyPr/>
          <a:lstStyle/>
          <a:p>
            <a:r>
              <a:rPr lang="en-IN" b="1" u="sng" dirty="0"/>
              <a:t>Modules / Features</a:t>
            </a:r>
            <a:br>
              <a:rPr lang="en-IN" dirty="0"/>
            </a:br>
            <a:br>
              <a:rPr lang="en-IN" dirty="0"/>
            </a:br>
            <a:r>
              <a:rPr lang="en-IN" sz="3200" dirty="0"/>
              <a:t>user </a:t>
            </a:r>
            <a:r>
              <a:rPr lang="en-IN" sz="3200" dirty="0" err="1"/>
              <a:t>Sigunup</a:t>
            </a:r>
            <a:r>
              <a:rPr lang="en-IN" sz="3200" dirty="0"/>
              <a:t>/login  complete ….</a:t>
            </a:r>
            <a:br>
              <a:rPr lang="en-IN" sz="3200" dirty="0"/>
            </a:br>
            <a:r>
              <a:rPr lang="en-IN" sz="3200" dirty="0"/>
              <a:t>car search&amp; booking</a:t>
            </a:r>
            <a:br>
              <a:rPr lang="en-IN" sz="3200" dirty="0"/>
            </a:br>
            <a:r>
              <a:rPr lang="en-IN" sz="3200" dirty="0"/>
              <a:t>Admin panel (Add/Delete cars)</a:t>
            </a:r>
            <a:br>
              <a:rPr lang="en-IN" sz="3200" dirty="0"/>
            </a:br>
            <a:r>
              <a:rPr lang="en-IN" sz="3200" dirty="0"/>
              <a:t>Secure payment with verified cars</a:t>
            </a:r>
            <a:br>
              <a:rPr lang="en-IN" sz="3200" dirty="0"/>
            </a:br>
            <a:br>
              <a:rPr lang="en-IN" sz="3200" dirty="0"/>
            </a:br>
            <a:endParaRPr lang="en-US" sz="3200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AA30FCA2-80C6-CF3C-F17C-360C7DCD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8" name="Footer Placeholder 37">
            <a:extLst>
              <a:ext uri="{FF2B5EF4-FFF2-40B4-BE49-F238E27FC236}">
                <a16:creationId xmlns:a16="http://schemas.microsoft.com/office/drawing/2014/main" id="{C52926D2-18D2-AED1-3AE7-6A591CC18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7" name="Date Placeholder 36">
            <a:extLst>
              <a:ext uri="{FF2B5EF4-FFF2-40B4-BE49-F238E27FC236}">
                <a16:creationId xmlns:a16="http://schemas.microsoft.com/office/drawing/2014/main" id="{FC12385A-2C7F-F62F-660D-F6C459FC1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0799E17A-8A4B-F108-4909-81AEBE254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129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802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2FF73DE-7190-C960-5432-0902247435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Working / Output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61375E7-5CB4-A550-354D-ECD30C556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611880"/>
            <a:ext cx="3913632" cy="1380744"/>
          </a:xfrm>
        </p:spPr>
        <p:txBody>
          <a:bodyPr/>
          <a:lstStyle/>
          <a:p>
            <a:r>
              <a:rPr lang="en-IN" sz="2000" b="1" u="sng" dirty="0"/>
              <a:t>Signup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15CAC26-CCA6-CD35-A0A7-030109F74D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1122" b="11122"/>
          <a:stretch/>
        </p:blipFill>
        <p:spPr/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322B0EB-0749-E394-7D78-05C32547305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00800"/>
            <a:ext cx="365125" cy="247650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36FE9B74-96B4-4C88-49C9-E2D42BDCD20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00800"/>
            <a:ext cx="1463675" cy="247650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8A78422D-0122-1218-F0A5-9EF64D22D92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1552238" y="6400800"/>
            <a:ext cx="639762" cy="247650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646725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BFCFE-BC86-7BD2-1DD5-5E75196CD1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Working / Output</a:t>
            </a:r>
          </a:p>
        </p:txBody>
      </p:sp>
      <p:sp>
        <p:nvSpPr>
          <p:cNvPr id="324" name="Text Placeholder 323">
            <a:extLst>
              <a:ext uri="{FF2B5EF4-FFF2-40B4-BE49-F238E27FC236}">
                <a16:creationId xmlns:a16="http://schemas.microsoft.com/office/drawing/2014/main" id="{5C23C395-72C7-9AAD-CA66-FC364BDAA6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b="1" u="sng" dirty="0"/>
              <a:t>Login page</a:t>
            </a:r>
          </a:p>
          <a:p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7379893-4F55-1AC8-BB6B-1502EB8333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4051" r="4051"/>
          <a:stretch>
            <a:fillRect/>
          </a:stretch>
        </p:blipFill>
        <p:spPr/>
      </p:pic>
      <p:sp>
        <p:nvSpPr>
          <p:cNvPr id="327" name="Text Placeholder 326">
            <a:extLst>
              <a:ext uri="{FF2B5EF4-FFF2-40B4-BE49-F238E27FC236}">
                <a16:creationId xmlns:a16="http://schemas.microsoft.com/office/drawing/2014/main" id="{500DEF8D-C103-DB4D-1420-3A28BFAAE8B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5946775"/>
            <a:ext cx="2514600" cy="274638"/>
          </a:xfrm>
        </p:spPr>
        <p:txBody>
          <a:bodyPr/>
          <a:lstStyle/>
          <a:p>
            <a:endParaRPr lang="en-US" altLang="zh-CN" dirty="0"/>
          </a:p>
          <a:p>
            <a:endParaRPr lang="en-US" dirty="0"/>
          </a:p>
        </p:txBody>
      </p:sp>
      <p:sp>
        <p:nvSpPr>
          <p:cNvPr id="330" name="Text Placeholder 329">
            <a:extLst>
              <a:ext uri="{FF2B5EF4-FFF2-40B4-BE49-F238E27FC236}">
                <a16:creationId xmlns:a16="http://schemas.microsoft.com/office/drawing/2014/main" id="{EB82051E-4C69-AF6D-14D6-9A22F2CE004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9677400" y="5946775"/>
            <a:ext cx="2514600" cy="274638"/>
          </a:xfrm>
        </p:spPr>
        <p:txBody>
          <a:bodyPr/>
          <a:lstStyle/>
          <a:p>
            <a:endParaRPr lang="en-US" altLang="zh-CN" dirty="0"/>
          </a:p>
          <a:p>
            <a:endParaRPr lang="en-US" dirty="0"/>
          </a:p>
        </p:txBody>
      </p:sp>
      <p:sp>
        <p:nvSpPr>
          <p:cNvPr id="333" name="Text Placeholder 332">
            <a:extLst>
              <a:ext uri="{FF2B5EF4-FFF2-40B4-BE49-F238E27FC236}">
                <a16:creationId xmlns:a16="http://schemas.microsoft.com/office/drawing/2014/main" id="{84C24B64-3EF0-852B-E805-FDCC0186A43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865313"/>
            <a:ext cx="2514600" cy="274637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19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D1E4F64-2363-8882-B669-9FE1A76611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Working / Output</a:t>
            </a:r>
            <a:br>
              <a:rPr lang="en-IN" dirty="0"/>
            </a:br>
            <a:endParaRPr lang="en-IN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7D0470C-B712-0FD3-4DC3-115BC5EBE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356846"/>
            <a:ext cx="3913632" cy="635777"/>
          </a:xfrm>
        </p:spPr>
        <p:txBody>
          <a:bodyPr/>
          <a:lstStyle/>
          <a:p>
            <a:r>
              <a:rPr lang="en-IN" sz="2000" b="1" u="sng" dirty="0"/>
              <a:t>Homepage (get Started)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A1E02C74-E40C-1046-6846-5BE4CFEF846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8241" r="28241"/>
          <a:stretch/>
        </p:blipFill>
        <p:spPr>
          <a:xfrm>
            <a:off x="6400800" y="812292"/>
            <a:ext cx="4636008" cy="4928616"/>
          </a:xfrm>
        </p:spPr>
      </p:pic>
    </p:spTree>
    <p:extLst>
      <p:ext uri="{BB962C8B-B14F-4D97-AF65-F5344CB8AC3E}">
        <p14:creationId xmlns:p14="http://schemas.microsoft.com/office/powerpoint/2010/main" val="559354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4D9E4B2-7F56-35FE-4146-5D25730CD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" y="1032387"/>
            <a:ext cx="10779760" cy="5276972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71C76B-1875-38BC-E827-38D7E7A0D06B}"/>
              </a:ext>
            </a:extLst>
          </p:cNvPr>
          <p:cNvSpPr txBox="1"/>
          <p:nvPr/>
        </p:nvSpPr>
        <p:spPr>
          <a:xfrm>
            <a:off x="3554361" y="0"/>
            <a:ext cx="5083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</a:t>
            </a:r>
            <a:r>
              <a:rPr lang="en-US" sz="2000" b="1" u="sng" dirty="0"/>
              <a:t>Users Dashboard</a:t>
            </a:r>
            <a:endParaRPr lang="en-IN" sz="2000" b="1" u="sng" dirty="0"/>
          </a:p>
        </p:txBody>
      </p:sp>
    </p:spTree>
    <p:extLst>
      <p:ext uri="{BB962C8B-B14F-4D97-AF65-F5344CB8AC3E}">
        <p14:creationId xmlns:p14="http://schemas.microsoft.com/office/powerpoint/2010/main" val="3114845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7BCFE23-659E-0A7B-5096-109DDD9CE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68826"/>
            <a:ext cx="9912096" cy="648929"/>
          </a:xfrm>
        </p:spPr>
        <p:txBody>
          <a:bodyPr>
            <a:normAutofit fontScale="90000"/>
          </a:bodyPr>
          <a:lstStyle/>
          <a:p>
            <a:r>
              <a:rPr lang="en-IN" sz="2200" b="1" u="sng" dirty="0"/>
              <a:t>Browse Cars Page</a:t>
            </a:r>
            <a:br>
              <a:rPr lang="en-IN" b="1" dirty="0"/>
            </a:br>
            <a:endParaRPr lang="en-IN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62E3A7-75BE-E8AB-41E6-79E973B98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12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1E3A0-1577-7224-974A-B34EB5292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C7A21-F9B1-C8BF-CB01-798D4486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65AC46-40FF-4938-055A-CEB6DE798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561"/>
            <a:ext cx="12192000" cy="53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282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F330-645C-836C-E43D-76E8BA931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815484" cy="548242"/>
          </a:xfrm>
        </p:spPr>
        <p:txBody>
          <a:bodyPr/>
          <a:lstStyle/>
          <a:p>
            <a:r>
              <a:rPr lang="en-IN" sz="2000" b="1" u="sng" dirty="0"/>
              <a:t>Car Details + Booking Screen</a:t>
            </a:r>
            <a:endParaRPr lang="en-IN" sz="1600" b="1" u="sn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304A39-A2F8-5872-107F-4763804F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13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9AB0CC-1031-EA4E-6621-1F90A555C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9FDF5-2465-245B-41B3-680395C7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B138EC-EA4B-2949-7670-799FD8203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6" y="845574"/>
            <a:ext cx="11032268" cy="523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274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32C9D-E725-1564-E744-EEF3C6226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291" y="548426"/>
            <a:ext cx="9912096" cy="422001"/>
          </a:xfrm>
        </p:spPr>
        <p:txBody>
          <a:bodyPr/>
          <a:lstStyle/>
          <a:p>
            <a:r>
              <a:rPr lang="en-IN" sz="1600" b="1" u="sng" dirty="0"/>
              <a:t>Bookings Table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DE0949-6E84-22C5-F01D-E491231E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14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9C762-BD0F-7471-E16D-81DBA375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94929-849A-172D-0484-DD6C2C430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14E16D-1950-0FD7-4C1B-58C2B8E13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51" y="1527048"/>
            <a:ext cx="10129273" cy="470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247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9CFD-FF01-C10E-E68C-11473991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10208"/>
            <a:ext cx="12192000" cy="507547"/>
          </a:xfrm>
        </p:spPr>
        <p:txBody>
          <a:bodyPr/>
          <a:lstStyle/>
          <a:p>
            <a:r>
              <a:rPr lang="en-IN" sz="2000" b="1" u="sng" dirty="0"/>
              <a:t>Booking Confirmation / 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E50538-D9CB-18F6-2D6A-58F2FB37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15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DD46B-BB89-5613-D41D-E4DAECC66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7FF57-A5C3-C4C9-099E-B3D113ED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C3E3AF-7E3F-4FFD-7041-F06FCF1F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7259"/>
            <a:ext cx="12192000" cy="382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91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0A379-F6C0-D4B8-D64C-E0610C6CE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0"/>
            <a:ext cx="9912096" cy="403123"/>
          </a:xfrm>
        </p:spPr>
        <p:txBody>
          <a:bodyPr/>
          <a:lstStyle/>
          <a:p>
            <a:r>
              <a:rPr lang="en-US" sz="2000" b="1" u="sng" dirty="0"/>
              <a:t>Admin Dashboard</a:t>
            </a:r>
            <a:endParaRPr lang="en-IN" sz="2000" b="1" u="sn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F1151C-7A9E-1BAC-73F6-EA94ABE1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16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60C63D-FDC9-2F34-36BF-B2FE0BDD7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1EB69-AA9E-17F5-E789-4A7DDB10F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B3E93B-D15F-5CA3-766D-68800F9EC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2" y="756010"/>
            <a:ext cx="12005187" cy="558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70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AD6B-0EBB-7092-13C6-240F8A4A4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949570"/>
            <a:ext cx="4959821" cy="1137138"/>
          </a:xfrm>
        </p:spPr>
        <p:txBody>
          <a:bodyPr/>
          <a:lstStyle/>
          <a:p>
            <a:r>
              <a:rPr lang="en-US" altLang="zh-CN" dirty="0"/>
              <a:t>Summary</a:t>
            </a:r>
            <a:br>
              <a:rPr lang="en-US" dirty="0"/>
            </a:br>
            <a:endParaRPr lang="en-US" dirty="0"/>
          </a:p>
        </p:txBody>
      </p:sp>
      <p:pic>
        <p:nvPicPr>
          <p:cNvPr id="12" name="Picture Placeholder 11" descr="Shoulder bag with golden chain on plain background">
            <a:extLst>
              <a:ext uri="{FF2B5EF4-FFF2-40B4-BE49-F238E27FC236}">
                <a16:creationId xmlns:a16="http://schemas.microsoft.com/office/drawing/2014/main" id="{EDD0654D-0EEE-9D11-4D37-133C0B9A496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223" r="223"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A7609-6E6A-B996-BC29-F9AA857D7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8831" y="2086709"/>
            <a:ext cx="5931877" cy="3821722"/>
          </a:xfrm>
        </p:spPr>
        <p:txBody>
          <a:bodyPr/>
          <a:lstStyle/>
          <a:p>
            <a:r>
              <a:rPr lang="en-US" sz="1800" dirty="0" err="1"/>
              <a:t>RoyalRide</a:t>
            </a:r>
            <a:r>
              <a:rPr lang="en-US" sz="1800" dirty="0"/>
              <a:t> is an innovative online car rental system designed to provide users with a </a:t>
            </a:r>
            <a:r>
              <a:rPr lang="en-US" sz="1800" b="1" dirty="0"/>
              <a:t>safe, convenient, and hassle-free way</a:t>
            </a:r>
            <a:r>
              <a:rPr lang="en-US" sz="1800" dirty="0"/>
              <a:t> to rent cars. The platform allows users to </a:t>
            </a:r>
            <a:r>
              <a:rPr lang="en-US" sz="1800" b="1" dirty="0"/>
              <a:t>signup/login, search for cars, and make secure bookings</a:t>
            </a:r>
            <a:r>
              <a:rPr lang="en-US" sz="1800" dirty="0"/>
              <a:t> with verified vehicles. Built using </a:t>
            </a:r>
            <a:r>
              <a:rPr lang="en-US" sz="1800" b="1" dirty="0"/>
              <a:t>HTML, CSS, JavaScript, </a:t>
            </a:r>
            <a:r>
              <a:rPr lang="en-US" sz="1800" dirty="0"/>
              <a:t>, </a:t>
            </a:r>
            <a:r>
              <a:rPr lang="en-US" sz="1800" b="1" dirty="0"/>
              <a:t>Node.js and Express for backend</a:t>
            </a:r>
            <a:r>
              <a:rPr lang="en-US" sz="1800" dirty="0"/>
              <a:t>, and </a:t>
            </a:r>
            <a:r>
              <a:rPr lang="en-US" sz="1800" b="1" dirty="0"/>
              <a:t>MongoDB for database</a:t>
            </a:r>
            <a:r>
              <a:rPr lang="en-US" sz="1800" dirty="0"/>
              <a:t>, the system ensures smooth operation and reliable data management. Its modular features include an </a:t>
            </a:r>
            <a:r>
              <a:rPr lang="en-US" sz="1800" b="1" dirty="0"/>
              <a:t>admin panel, secure payments, and easy-to-use frontend forms</a:t>
            </a:r>
            <a:r>
              <a:rPr lang="en-US" sz="1800" dirty="0"/>
              <a:t>. The working output demonstrates a fully functional website with responsive pages, car listings, and signup/login modals, offering a complete digital car rental experience.”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A450CD4-3018-DBCF-3A32-B72A7DCF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722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4C5B759-93CB-5B5A-B1D2-2E3C42747C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518B68B6-5284-F036-E87F-9BC3A435A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33" name="Picture Placeholder 32">
            <a:extLst>
              <a:ext uri="{FF2B5EF4-FFF2-40B4-BE49-F238E27FC236}">
                <a16:creationId xmlns:a16="http://schemas.microsoft.com/office/drawing/2014/main" id="{1D963291-0332-DAB6-6090-6778FC7899B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8948" r="28948"/>
          <a:stretch/>
        </p:blipFill>
        <p:spPr/>
      </p:pic>
    </p:spTree>
    <p:extLst>
      <p:ext uri="{BB962C8B-B14F-4D97-AF65-F5344CB8AC3E}">
        <p14:creationId xmlns:p14="http://schemas.microsoft.com/office/powerpoint/2010/main" val="2397583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{60793938-46FB-43B5-9E33-2CD4BB0ACF45}tf11429527_win32</Template>
  <TotalTime>183</TotalTime>
  <Words>420</Words>
  <Application>Microsoft Office PowerPoint</Application>
  <PresentationFormat>Widescreen</PresentationFormat>
  <Paragraphs>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DM Sans Medium</vt:lpstr>
      <vt:lpstr>Karla</vt:lpstr>
      <vt:lpstr>Univers Condensed Light</vt:lpstr>
      <vt:lpstr>Office Theme</vt:lpstr>
      <vt:lpstr>Car Rental System</vt:lpstr>
      <vt:lpstr>Introduction </vt:lpstr>
      <vt:lpstr>What is Car Rental System  A platform that allows users to rent cars for a specific period  .Provides verified vehicles with secure booking option   .Reduces dependency on traditional rental methods  </vt:lpstr>
      <vt:lpstr>Objective / Aim</vt:lpstr>
      <vt:lpstr>System Architecture / Flow  Flow: Frontend → Backend → Database   Users interact via frontend → Backend handles requests → MongoDB stores data</vt:lpstr>
      <vt:lpstr>Tech Stack Used</vt:lpstr>
      <vt:lpstr>Modules / Features  user Sigunup/login  complete …. car search&amp; booking Admin panel (Add/Delete cars) Secure payment with verified cars  </vt:lpstr>
      <vt:lpstr>Working / Output</vt:lpstr>
      <vt:lpstr>Working / Output</vt:lpstr>
      <vt:lpstr>Working / Output </vt:lpstr>
      <vt:lpstr>PowerPoint Presentation</vt:lpstr>
      <vt:lpstr>Browse Cars Page </vt:lpstr>
      <vt:lpstr>Car Details + Booking Screen</vt:lpstr>
      <vt:lpstr>Bookings Table</vt:lpstr>
      <vt:lpstr>Booking Confirmation / Action</vt:lpstr>
      <vt:lpstr>Admin Dashboard</vt:lpstr>
      <vt:lpstr>Summary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DUBEY</dc:creator>
  <cp:lastModifiedBy>VIVEK DUBEY</cp:lastModifiedBy>
  <cp:revision>3</cp:revision>
  <dcterms:created xsi:type="dcterms:W3CDTF">2025-10-09T18:01:55Z</dcterms:created>
  <dcterms:modified xsi:type="dcterms:W3CDTF">2025-12-03T13:00:53Z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